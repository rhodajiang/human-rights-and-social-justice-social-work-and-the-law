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61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43"/>
  </p:normalViewPr>
  <p:slideViewPr>
    <p:cSldViewPr snapToGrid="0">
      <p:cViewPr varScale="1">
        <p:scale>
          <a:sx n="105" d="100"/>
          <a:sy n="105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24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4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75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78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5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74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22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24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9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82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61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jiang3@ed.ac.u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Top view of a background splashed with colors">
            <a:extLst>
              <a:ext uri="{FF2B5EF4-FFF2-40B4-BE49-F238E27FC236}">
                <a16:creationId xmlns:a16="http://schemas.microsoft.com/office/drawing/2014/main" id="{93895ED1-BD46-9B4D-16DE-3DAF16A996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8E533-6961-34CC-C16B-5EE208B82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978" y="6025357"/>
            <a:ext cx="3392781" cy="960120"/>
          </a:xfrm>
        </p:spPr>
        <p:txBody>
          <a:bodyPr anchor="ctr">
            <a:normAutofit/>
          </a:bodyPr>
          <a:lstStyle/>
          <a:p>
            <a:pPr algn="ctr"/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✉️</a:t>
            </a:r>
            <a:r>
              <a:rPr lang="zh-CN" alt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ljiang3@ed.ac.uk</a:t>
            </a:r>
            <a:endParaRPr lang="en-US" sz="2000" i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C16D7-1684-F5F9-915C-09A6A00BCFC3}"/>
              </a:ext>
            </a:extLst>
          </p:cNvPr>
          <p:cNvSpPr txBox="1"/>
          <p:nvPr/>
        </p:nvSpPr>
        <p:spPr>
          <a:xfrm>
            <a:off x="980008" y="1860174"/>
            <a:ext cx="9570719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Bradley Hand" pitchFamily="2" charset="77"/>
                <a:cs typeface="Algerian" panose="020F0502020204030204" pitchFamily="34" charset="0"/>
              </a:rPr>
              <a:t>Human Rights and Social Justice: </a:t>
            </a:r>
          </a:p>
          <a:p>
            <a:pPr algn="ctr"/>
            <a:r>
              <a:rPr lang="en-US" sz="6600" b="1" dirty="0">
                <a:solidFill>
                  <a:schemeClr val="bg1"/>
                </a:solidFill>
                <a:latin typeface="Bradley Hand" pitchFamily="2" charset="77"/>
                <a:cs typeface="Algerian" panose="020F0502020204030204" pitchFamily="34" charset="0"/>
              </a:rPr>
              <a:t>social work and the law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62CA603-5795-9C2F-AB97-54FAA5FF303B}"/>
              </a:ext>
            </a:extLst>
          </p:cNvPr>
          <p:cNvSpPr txBox="1">
            <a:spLocks/>
          </p:cNvSpPr>
          <p:nvPr/>
        </p:nvSpPr>
        <p:spPr>
          <a:xfrm>
            <a:off x="320038" y="545156"/>
            <a:ext cx="8196431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W2 Tutorial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4735912-4236-F7C7-D521-A469F6288F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30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93C5-D443-27AC-FFCE-FBE6F398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Tutorial: Getting Started Together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BCEEF-ADFC-7FF8-08D1-4989A11E5C57}"/>
              </a:ext>
            </a:extLst>
          </p:cNvPr>
          <p:cNvSpPr txBox="1"/>
          <p:nvPr/>
        </p:nvSpPr>
        <p:spPr>
          <a:xfrm>
            <a:off x="731520" y="2218944"/>
            <a:ext cx="1044854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About Me — My role and how I can support you</a:t>
            </a:r>
            <a:endParaRPr lang="en-GB" sz="2400" dirty="0"/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About You — Let’s get to know each other</a:t>
            </a:r>
            <a:endParaRPr lang="en-GB" sz="2400" dirty="0"/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Learning Together — Participate, discuss, and share</a:t>
            </a:r>
            <a:endParaRPr lang="en-GB" sz="2400" dirty="0"/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Our Tutorial Culture — Respectful, open, and curious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291227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6807-1D8E-D373-18A6-F5D650BE7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(10min)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C3DE7-C7AB-C40E-8685-2514347AC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82800"/>
            <a:ext cx="11155680" cy="4263136"/>
          </a:xfrm>
        </p:spPr>
        <p:txBody>
          <a:bodyPr>
            <a:normAutofit/>
          </a:bodyPr>
          <a:lstStyle/>
          <a:p>
            <a:r>
              <a:rPr lang="en-US" sz="2800" b="1" dirty="0"/>
              <a:t>What did you think of the Lecture?</a:t>
            </a:r>
          </a:p>
          <a:p>
            <a:pPr lvl="1"/>
            <a:r>
              <a:rPr lang="en-US" sz="2400" dirty="0"/>
              <a:t>What did you learn?</a:t>
            </a:r>
          </a:p>
          <a:p>
            <a:pPr lvl="1"/>
            <a:r>
              <a:rPr lang="en-US" sz="2400" dirty="0"/>
              <a:t>What points stood out?</a:t>
            </a:r>
          </a:p>
          <a:p>
            <a:pPr lvl="1"/>
            <a:r>
              <a:rPr lang="en-US" sz="24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603650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E178-4D0C-18BE-025C-95BAC3B6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(20-25min)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FD31F-5A20-4EB2-00B5-6AFC869B8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400" b="1" dirty="0"/>
              <a:t>The reading for this week discusses social work as a 'human rights profession’:</a:t>
            </a:r>
          </a:p>
          <a:p>
            <a:pPr lvl="0"/>
            <a:r>
              <a:rPr lang="en-GB" dirty="0"/>
              <a:t>What do you think that means?</a:t>
            </a:r>
          </a:p>
          <a:p>
            <a:pPr lvl="0"/>
            <a:r>
              <a:rPr lang="en-GB" dirty="0"/>
              <a:t>Mapp et al discuss 3 approaches to social work practice:  charity based, needs based, rights based.  What does a human rights based approach involve?</a:t>
            </a:r>
          </a:p>
          <a:p>
            <a:pPr lvl="0"/>
            <a:r>
              <a:rPr lang="en-GB" dirty="0"/>
              <a:t> The chapter by Martínez Herrero and Tedam talks about social work as a being complicit with colonialism.</a:t>
            </a:r>
          </a:p>
          <a:p>
            <a:pPr lvl="0"/>
            <a:r>
              <a:rPr lang="en-GB" dirty="0"/>
              <a:t>What do you think that means?</a:t>
            </a:r>
          </a:p>
          <a:p>
            <a:pPr lvl="0"/>
            <a:r>
              <a:rPr lang="en-GB" dirty="0"/>
              <a:t>Can social work be a human rights profession today?</a:t>
            </a:r>
          </a:p>
          <a:p>
            <a:pPr lvl="0"/>
            <a:r>
              <a:rPr lang="en-GB" dirty="0"/>
              <a:t>What have you learned from the course so far? How will you keep a reflective diary?  see below for an example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596986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204</Words>
  <Application>Microsoft Macintosh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Bierstadt</vt:lpstr>
      <vt:lpstr>Bradley Hand</vt:lpstr>
      <vt:lpstr>GestaltVTI</vt:lpstr>
      <vt:lpstr>PowerPoint Presentation</vt:lpstr>
      <vt:lpstr>First Tutorial: Getting Started Together</vt:lpstr>
      <vt:lpstr>Recap (10min)</vt:lpstr>
      <vt:lpstr>Activity (20-25min)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Rhoda Jiang</dc:creator>
  <cp:lastModifiedBy>Rhoda Jiang</cp:lastModifiedBy>
  <cp:revision>8</cp:revision>
  <dcterms:created xsi:type="dcterms:W3CDTF">2025-09-20T14:48:19Z</dcterms:created>
  <dcterms:modified xsi:type="dcterms:W3CDTF">2026-09-30T07:58:00Z</dcterms:modified>
</cp:coreProperties>
</file>